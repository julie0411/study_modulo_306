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JetBrains Mono" panose="020B0604020202020204" charset="0"/>
      <p:regular r:id="rId16"/>
      <p:bold r:id="rId17"/>
      <p:italic r:id="rId18"/>
      <p:boldItalic r:id="rId19"/>
    </p:embeddedFont>
    <p:embeddedFont>
      <p:font typeface="Plus Jakarta Sans" panose="020B0604020202020204" charset="0"/>
      <p:regular r:id="rId20"/>
      <p:bold r:id="rId21"/>
      <p:italic r:id="rId22"/>
      <p:boldItalic r:id="rId23"/>
    </p:embeddedFont>
    <p:embeddedFont>
      <p:font typeface="Plus Jakarta Sans ExtraBold" panose="020B0604020202020204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8"/>
  </p:normalViewPr>
  <p:slideViewPr>
    <p:cSldViewPr snapToGrid="0">
      <p:cViewPr>
        <p:scale>
          <a:sx n="98" d="100"/>
          <a:sy n="98" d="100"/>
        </p:scale>
        <p:origin x="1136" y="6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1552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C4899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CPT LOCARNO • MODULO 306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838325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StudySpace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943225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per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l'assistenza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allo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studio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19150" y="4410075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Sviluppatori: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19150" y="4924425"/>
            <a:ext cx="2924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Elisa Negri &amp; Julie Gambale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752975" y="4410075"/>
            <a:ext cx="30765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Data: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752975" y="4924425"/>
            <a:ext cx="3076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Anno Scolastico 2024/2025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365408" y="2881312"/>
            <a:ext cx="9461182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 &amp; Mandato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90675" y="4033837"/>
            <a:ext cx="90106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Contesto formativo e obiettivi del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4252912" y="5686425"/>
            <a:ext cx="3686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 coordinamento con il </a:t>
            </a:r>
            <a:r>
              <a:rPr lang="en-US" sz="1500" b="1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Docente Bizzarri</a:t>
            </a:r>
            <a:r>
              <a:rPr lang="en-US" sz="1500" b="0" i="1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62025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Sviluppo strutturato tramite la metodologia HERMES e gestione rigorosa delle scadenze.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7403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Collaborazione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740324" y="35814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Lavoro in team coordinando responsabilità e dinamiche reali di un gruppo di sviluppo.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6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Esecuzione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18624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 di tecnologie moderne per produrre un applicativo funzionante e documentato.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40324" y="2124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18624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Obiettivi Formativi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3529964"/>
            <a:ext cx="11049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507970" y="4025264"/>
            <a:ext cx="266830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Avvio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571500" y="4443412"/>
            <a:ext cx="2541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Mandato e Analisi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3343888" y="4005262"/>
            <a:ext cx="266830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Concezione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3407419" y="4443412"/>
            <a:ext cx="2541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e Pianificazione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179808" y="4005262"/>
            <a:ext cx="266830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243339" y="4443412"/>
            <a:ext cx="2541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Sviluppo Effettivo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9015728" y="4005262"/>
            <a:ext cx="266830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Chiusura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9079259" y="4443412"/>
            <a:ext cx="2541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Demo e Consegna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Metodologia HERMES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1670595" y="33766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0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4506515" y="33766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0" cap="flat" cmpd="sng">
            <a:solidFill>
              <a:srgbClr val="A855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7342435" y="33766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0" cap="flat" cmpd="sng">
            <a:solidFill>
              <a:srgbClr val="EC48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10050264" y="3358514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0" cap="flat" cmpd="sng">
            <a:solidFill>
              <a:srgbClr val="F8FA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05012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571500" y="2005012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Analisi dei Rischi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435768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Visione Progetto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4929187"/>
            <a:ext cx="5238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Creare un assistente digitale per studenti con timer, task management e supporto AI.</a:t>
            </a:r>
            <a:endParaRPr/>
          </a:p>
        </p:txBody>
      </p:sp>
      <p:pic>
        <p:nvPicPr>
          <p:cNvPr id="149" name="Google Shape;14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014537"/>
            <a:ext cx="1714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1000125" y="252888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Linguaggio: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Necessità di apprendere il linguaggio durante lo sviluppo.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1000125" y="3348037"/>
            <a:ext cx="48101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Tempo: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Scadenza fissa con moduli complessi (AI).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Fase 1: Avvio e Rischi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" y="252888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" y="3348037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95475"/>
            <a:ext cx="11049000" cy="345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4143375" y="5543550"/>
            <a:ext cx="39052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Monitoraggio costante tra tempo stimato ed effettivo.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 (Gantt)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1380410" y="2881312"/>
            <a:ext cx="943117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Progettazione UI: Figma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604962" y="4033837"/>
            <a:ext cx="89820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 disegno su carta al prototipo interattivo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957387"/>
            <a:ext cx="3492549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571500" y="4814887"/>
            <a:ext cx="34925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1: Bozza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Schizzi manuali per definire i flussi utente.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43497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2: Figma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Progettazione UI/UX ad alta fedeltà.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81280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3: Prototipo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Validazione della struttura dell'orario.</a:t>
            </a:r>
            <a:endParaRPr/>
          </a:p>
        </p:txBody>
      </p:sp>
      <p:pic>
        <p:nvPicPr>
          <p:cNvPr id="184" name="Google Shape;18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59324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37624" y="1966912"/>
            <a:ext cx="3473499" cy="26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Iterazione del Design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3315652" y="2881312"/>
            <a:ext cx="5560695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3448050" y="4033837"/>
            <a:ext cx="52959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Dallo studio al codice: lo sviluppo effettivo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29175"/>
            <a:ext cx="11049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085850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49799" y="1085850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28099" y="1085850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4838700"/>
            <a:ext cx="15621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962025" y="22955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Timer Pomodoro</a:t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962025" y="30099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Gestione del tempo per sessioni di studio focalizzate e pause strutturate.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740324" y="22955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Task Manager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740324" y="30099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Organizzazione dei compiti e delle verifiche con priorità e scadenze.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518624" y="22955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Flashcards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8518624" y="30099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Generazione automatica di schede studio basate sull'intelligenza artificiale.</a:t>
            </a:r>
            <a:endParaRPr/>
          </a:p>
        </p:txBody>
      </p:sp>
      <p:pic>
        <p:nvPicPr>
          <p:cNvPr id="213" name="Google Shape;213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2025" y="1552575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740324" y="15525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518624" y="155257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809625" y="123825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 Implementate</a:t>
            </a:r>
            <a:endParaRPr/>
          </a:p>
        </p:txBody>
      </p:sp>
      <p:sp>
        <p:nvSpPr>
          <p:cNvPr id="217" name="Google Shape;217;p22"/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3"/>
          <p:cNvSpPr txBox="1"/>
          <p:nvPr/>
        </p:nvSpPr>
        <p:spPr>
          <a:xfrm>
            <a:off x="57150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Punti Forti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6381750" y="2890837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Migliorie Future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1000125" y="341471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Coordinamento team efficace.</a:t>
            </a:r>
            <a:endParaRPr/>
          </a:p>
        </p:txBody>
      </p:sp>
      <p:sp>
        <p:nvSpPr>
          <p:cNvPr id="226" name="Google Shape;226;p23"/>
          <p:cNvSpPr txBox="1"/>
          <p:nvPr/>
        </p:nvSpPr>
        <p:spPr>
          <a:xfrm>
            <a:off x="1000125" y="3919537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intuitivo e moderno.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1000125" y="442436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Integrazione AI funzionante.</a:t>
            </a:r>
            <a:endParaRPr/>
          </a:p>
        </p:txBody>
      </p:sp>
      <p:sp>
        <p:nvSpPr>
          <p:cNvPr id="228" name="Google Shape;228;p23"/>
          <p:cNvSpPr txBox="1"/>
          <p:nvPr/>
        </p:nvSpPr>
        <p:spPr>
          <a:xfrm>
            <a:off x="6381750" y="34242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Sincronizzazione cloud.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6381750" y="370998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Notifiche avanzate.</a:t>
            </a:r>
            <a:endParaRPr/>
          </a:p>
        </p:txBody>
      </p:sp>
      <p:sp>
        <p:nvSpPr>
          <p:cNvPr id="230" name="Google Shape;230;p23"/>
          <p:cNvSpPr txBox="1"/>
          <p:nvPr/>
        </p:nvSpPr>
        <p:spPr>
          <a:xfrm>
            <a:off x="6381750" y="3995737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Gamification del timer.</a:t>
            </a:r>
            <a:endParaRPr/>
          </a:p>
        </p:txBody>
      </p:sp>
      <p:sp>
        <p:nvSpPr>
          <p:cNvPr id="231" name="Google Shape;231;p23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Valutazione e Chiusura</a:t>
            </a:r>
            <a:endParaRPr/>
          </a:p>
        </p:txBody>
      </p:sp>
      <p:sp>
        <p:nvSpPr>
          <p:cNvPr id="232" name="Google Shape;232;p23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4147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391953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6750" y="442436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47662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76237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4048125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62375" y="3910012"/>
            <a:ext cx="4667250" cy="119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62375" y="1604962"/>
            <a:ext cx="6477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4"/>
          <p:cNvSpPr txBox="1"/>
          <p:nvPr/>
        </p:nvSpPr>
        <p:spPr>
          <a:xfrm>
            <a:off x="3762375" y="2462212"/>
            <a:ext cx="49006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Domande?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3762375" y="2938462"/>
            <a:ext cx="46672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StudySpace - Grazie per l'attenzione!</a:t>
            </a:r>
            <a:endParaRPr/>
          </a:p>
        </p:txBody>
      </p:sp>
      <p:sp>
        <p:nvSpPr>
          <p:cNvPr id="248" name="Google Shape;248;p24"/>
          <p:cNvSpPr txBox="1"/>
          <p:nvPr/>
        </p:nvSpPr>
        <p:spPr>
          <a:xfrm>
            <a:off x="3762375" y="4395787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Elisa Negri &amp; Julie Gambale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3762375" y="4872037"/>
            <a:ext cx="46672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CPT Locarno | Modulo 306 | 2024-2025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Sources</a:t>
            </a:r>
            <a:endParaRPr/>
          </a:p>
        </p:txBody>
      </p:sp>
      <p:sp>
        <p:nvSpPr>
          <p:cNvPr id="255" name="Google Shape;255;p2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311</Words>
  <Application>Microsoft Office PowerPoint</Application>
  <PresentationFormat>Widescreen</PresentationFormat>
  <Paragraphs>63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Negri Elisa (ALLIEVO)</cp:lastModifiedBy>
  <cp:revision>2</cp:revision>
  <dcterms:modified xsi:type="dcterms:W3CDTF">2026-06-07T20:30:25Z</dcterms:modified>
</cp:coreProperties>
</file>